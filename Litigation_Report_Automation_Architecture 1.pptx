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5" d="100"/>
          <a:sy n="75" d="100"/>
        </p:scale>
        <p:origin x="72" y="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workflow&#10;&#10;AI-generated content may be incorrect.">
            <a:extLst>
              <a:ext uri="{FF2B5EF4-FFF2-40B4-BE49-F238E27FC236}">
                <a16:creationId xmlns:a16="http://schemas.microsoft.com/office/drawing/2014/main" id="{6C259D8C-3EAB-A426-D01E-FB2974831D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442"/>
            <a:ext cx="16256000" cy="907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313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any&#10;&#10;AI-generated content may be incorrect.">
            <a:extLst>
              <a:ext uri="{FF2B5EF4-FFF2-40B4-BE49-F238E27FC236}">
                <a16:creationId xmlns:a16="http://schemas.microsoft.com/office/drawing/2014/main" id="{EB44960C-54C5-EFD9-5345-32E33BBAD5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9323" y="0"/>
            <a:ext cx="9577354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763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srhq trg5</cp:lastModifiedBy>
  <cp:revision>2</cp:revision>
  <dcterms:created xsi:type="dcterms:W3CDTF">2006-08-16T00:00:00Z</dcterms:created>
  <dcterms:modified xsi:type="dcterms:W3CDTF">2026-10-26T10:55:11Z</dcterms:modified>
</cp:coreProperties>
</file>