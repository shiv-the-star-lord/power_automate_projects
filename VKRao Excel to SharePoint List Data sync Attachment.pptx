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67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5" d="100"/>
          <a:sy n="75" d="100"/>
        </p:scale>
        <p:origin x="72" y="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data processing&#10;&#10;AI-generated content may be incorrect.">
            <a:extLst>
              <a:ext uri="{FF2B5EF4-FFF2-40B4-BE49-F238E27FC236}">
                <a16:creationId xmlns:a16="http://schemas.microsoft.com/office/drawing/2014/main" id="{CA6F2894-DD35-E078-B2FF-18523C63AB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442"/>
            <a:ext cx="16256000" cy="9073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688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0D9E7CC-9914-D6D2-A5E4-1564ED64729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31221"/>
            <a:ext cx="16256000" cy="6081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2340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Custom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srhq trg5</dc:creator>
  <cp:lastModifiedBy>srhq trg5</cp:lastModifiedBy>
  <cp:revision>2</cp:revision>
  <dcterms:created xsi:type="dcterms:W3CDTF">2006-08-16T00:00:00Z</dcterms:created>
  <dcterms:modified xsi:type="dcterms:W3CDTF">2026-10-23T12:23:29Z</dcterms:modified>
</cp:coreProperties>
</file>