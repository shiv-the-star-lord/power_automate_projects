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tree with different colored symbols&#10;&#10;AI-generated content may be incorrect.">
            <a:extLst>
              <a:ext uri="{FF2B5EF4-FFF2-40B4-BE49-F238E27FC236}">
                <a16:creationId xmlns:a16="http://schemas.microsoft.com/office/drawing/2014/main" id="{2BD65F49-8762-A40A-3083-FFC446DED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63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8FEE348B-C9AA-F016-A300-5F010B7D87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0"/>
            <a:ext cx="156972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00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srhq trg5</dc:creator>
  <cp:lastModifiedBy>srhq trg5</cp:lastModifiedBy>
  <cp:revision>2</cp:revision>
  <dcterms:created xsi:type="dcterms:W3CDTF">2006-08-16T00:00:00Z</dcterms:created>
  <dcterms:modified xsi:type="dcterms:W3CDTF">2026-10-23T12:48:16Z</dcterms:modified>
</cp:coreProperties>
</file>