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54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workflow&#10;&#10;AI-generated content may be incorrect.">
            <a:extLst>
              <a:ext uri="{FF2B5EF4-FFF2-40B4-BE49-F238E27FC236}">
                <a16:creationId xmlns:a16="http://schemas.microsoft.com/office/drawing/2014/main" id="{22BEE800-5F0B-1401-E55D-EEB3A36CC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7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5776BB-3E1B-924A-F174-09367D9F4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295400"/>
            <a:ext cx="16256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7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srhq trg5</cp:lastModifiedBy>
  <cp:revision>2</cp:revision>
  <dcterms:created xsi:type="dcterms:W3CDTF">2006-08-16T00:00:00Z</dcterms:created>
  <dcterms:modified xsi:type="dcterms:W3CDTF">2026-10-26T12:08:49Z</dcterms:modified>
</cp:coreProperties>
</file>